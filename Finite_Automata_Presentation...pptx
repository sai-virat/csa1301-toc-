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50113B-1414-4F5D-86DE-246FE76C21A4}" v="3" dt="2026-08-11T04:11:40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3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Finite Automata Theory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0E0E0"/>
                </a:solidFill>
              </a:rPr>
              <a:t>NFA to DFA Conversion &amp; Advanced Concepts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43B"/>
                </a:solidFill>
              </a:rPr>
              <a:t>Presented by: Omsai Reddy T | Reg No: 192372252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0B0"/>
                </a:solidFill>
              </a:rPr>
              <a:t>Theory of Computation (CSA1301) | Formal Languages &amp; Automata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Problem 1: NFA to DFA Conversion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090"/>
                </a:solidFill>
              </a:rPr>
              <a:t>Converting NFA to DFA over alphabet Σ={0,1}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Given NFA accepts language L over Σ={0,1}. Construct equivalent DFA.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Original NFA States &amp; Transitions: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State A: 0→A, 1→B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State B: 0→C, 1→A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State C: 0→A (accepting), 1→B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Initial: A | Accepting: 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Equivalent DFA States: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1488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q0 = {A}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q1 = {B}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q2 = {C}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q3 = {A,C}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DFA accepts strings ending at 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6B"/>
                </a:solidFill>
              </a:rPr>
              <a:t>Challenges: Subset construction, state explosion, multiple paths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Problem 1: Subset Construction Method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1. Start with initial state: {A}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2. Create new DFA states as subsets of NFA states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3. For each new state &amp; input symbol, compute transitions: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   • δ_DFA({A}, 0) = {A} (where 0→A from 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   • δ_DFA({A}, 1) = {B} (where 1→B from 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4. Repeat until no new states added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5. Mark states containing accepting NFA state C as accepting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D43B">
              <a:alpha val="30000"/>
            </a:srgbClr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87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Key Insight: DFA states are power sets of NFA states. May result in 2ⁿ states.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Problem 2: Mathematical Induction in Automata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Prove: ∑(i²) from i=1 to n = n(n+1)(2n+1)/6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Base Case (n=1):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LHS: 1² 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RHS: 1(1+1)(2·1+1)/6 = 1·2·3/6 = 1 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Inductive Step: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Assume true for n=k: ∑(i²) from i=1 to k = k(k+1)(2k+1)/6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Prove for n=k+1: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∑(i²) from i=1 to k+1 = k(k+1)(2k+1)/6 + (k+1)²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                      = (k+1)[k(2k+1)/6 + (k+1)]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                      = (k+1)(2k² + 7k + 6)/6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                      = (k+1)(k+2)(2k+3)/6 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Problem 3: Epsilon (ε) Transitions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Role of ε-transitions in Finite Automata: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• Allow transitions without consuming input symbols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• Enable nondeterminism: multiple paths with same input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• Simplify automata construction &amp; pattern matching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• Can be eliminated using epsilon-closure technique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ε-NFA to NFA Conversion: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1. Compute EPSILON-CLOSURE(q) for each state q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2. New transition δ'(q, a) includes all states reachable via: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   • Reading 'a' from q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   • Following ε-transitions from result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3. State q is accepting if any state in EPSILON-CLOSURE(q) is accepting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Problem 3: Solution - Remove ε-Transitions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Given ε-NFA: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States: q0, q1, q2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Initial: q0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Accepting: q2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Transitions: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q0 -ε→ q1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q0 -0→ q0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q1 -ε→ q2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q1 -1→ q1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q2 -0,1→ q2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Epsilon Closures: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EPSILON-CLOSURE(q0) = {q0, q1, q2}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EPSILON-CLOSURE(q1) = {q1, q2}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EPSILON-CLOSURE(q2) = {q2}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Equivalent NFA without ε: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δ'(q0, 0) = {q0}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δ'(q0, 1) = {q1, q2}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δ'(q1, 0) = {q2}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δ'(q1, 1) = {q1, q2}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δ'(q2, 0) = {q2}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δ'(q2, 1) = {q2}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All original accepting states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Transition Table: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117043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δ(·, 0)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δ(·, 1)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Accepting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{q0}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{q1, q2}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{q2}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{q1, q2}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{q2}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{q2}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29950"/>
            <a:ext cx="8229600" cy="7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Problem 4: ε-Closure Computation &amp; Conversion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Computing ε-Closure for Each State: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1CF66"/>
                </a:solidFill>
              </a:rPr>
              <a:t>Given NFA (from image):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States: A, B,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Initial: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Accepting: C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Transitions: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A -ε→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A -0→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B -ε→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B -1→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• C -0,1→ 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1CF66"/>
                </a:solidFill>
              </a:rPr>
              <a:t>ε-Closure Calculation: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EPSILON-CLOSURE(A):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  Start: {A}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  A -ε→ B: {A, B}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  B -ε→ C: {A, B, C}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EPSILON-CLOSURE(B):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  {B, C}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EPSILON-CLOSURE(C):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  {C}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Equivalent DFA Construction: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Initial state: EPSILON-CLOSURE(A) = {A, B, C} → Accepting!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From {A,B,C} on 0: Go to EPSILON-CLOSURE(δ({A,B,C}, 0)) = EPSILON-CLOSURE({A, C}) = {A, B, C}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From {A,B,C} on 1: Go to EPSILON-CLOSURE(δ({A,B,C}, 1)) = EPSILON-CLOSURE({B, C}) = {B, C}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From {B,C} on 0: Go to EPSILON-CLOSURE({C}) = {C}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From {B,C} on 1: Go to EPSILON-CLOSURE({B, C}) = {B, C}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From {C} on 0,1: Goes to {C}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Problem 4: Equivalent DFA - Final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</a:rPr>
              <a:t>Resulting DFA States: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p0 = {A, B, C} 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p1 = {B, C}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p2 = {C}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Initial: p0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Accepting: p0, p1, p2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43B"/>
                </a:solidFill>
              </a:rPr>
              <a:t>Simplified Observation: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</a:rPr>
              <a:t>All reachable states are accepting! Language = {0, 1}* (all strings)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</a:rPr>
              <a:t>DFA Transition Table: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8229600" cy="9753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δ(·, 0)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δ(·, 1)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Accepting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 ✓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 ✓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 ✓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Concepts &amp;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NFA vs DFA: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NFA: Simpler to construct, multiple paths possible, accepts via any path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DFA: Deterministic (single path), easier to implement, may have exponential states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Mathematical Induction in Automata: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Proves correctness of automata properties and string acceptance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Base case + inductive hypothesis → inductive step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Epsilon Transitions &amp; Closure: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ε-transitions enable free moves (no input consumed)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Epsilon-closure determines all reachable states via ε-moves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ε-NFA ↔ NFA conversion uses subset construction with closures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51CF66">
              <a:alpha val="20000"/>
            </a:srgbClr>
          </a:solidFill>
          <a:ln w="12700">
            <a:solidFill>
              <a:srgbClr val="51CF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793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All conversions preserve language acceptance: ε-NFA ≡ NFA ≡ DFA (same language L)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Applications &amp; Practical Significance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Real-World Applications: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🔍 Lexical Analysis (Compilers)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   • Pattern matching for tokens (keywords, identifiers, numbers)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🔐 Regular Expression Engines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   • Search &amp; replace, input validation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📱 Natural Language Processing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   • Tokenization, morphological analysis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🎮 Hardware Design &amp; Verification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   • Protocol verification, circuit modeling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2599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0E0E0"/>
                </a:solidFill>
              </a:rPr>
              <a:t>Finite Automata Theory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Presented by: Omsai Reddy 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Registration No: 192372252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Theory of Computation | CSA1301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Saveetha School of Engineering (SIMATS Chennai)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4</TotalTime>
  <Words>1342</Words>
  <Application>Microsoft Office PowerPoint</Application>
  <PresentationFormat>On-screen Show (16:9)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Reddy</cp:lastModifiedBy>
  <cp:revision>3</cp:revision>
  <dcterms:created xsi:type="dcterms:W3CDTF">2026-08-10T03:24:49Z</dcterms:created>
  <dcterms:modified xsi:type="dcterms:W3CDTF">2026-08-11T04:13:24Z</dcterms:modified>
</cp:coreProperties>
</file>